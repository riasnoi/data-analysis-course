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bd7feb635741ef" /><Relationship Type="http://schemas.openxmlformats.org/officeDocument/2006/relationships/extended-properties" Target="/docProps/app.xml" Id="Rcd297341fbed44c8" /><Relationship Type="http://schemas.openxmlformats.org/officeDocument/2006/relationships/officeDocument" Target="/ppt/presentation.xml" Id="R9305fb6749af49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c9756aabef46dd"/>
  </p:sldMasterIdLst>
  <p:notesMasterIdLst>
    <p:notesMasterId xmlns:r="http://schemas.openxmlformats.org/officeDocument/2006/relationships" r:id="R7fdab323204f431c"/>
  </p:notesMasterIdLst>
  <p:sldIdLst>
    <p:sldId xmlns:r="http://schemas.openxmlformats.org/officeDocument/2006/relationships" id="256" r:id="R4c046a27a4454104"/>
    <p:sldId xmlns:r="http://schemas.openxmlformats.org/officeDocument/2006/relationships" id="257" r:id="R580ec43809864fba"/>
    <p:sldId xmlns:r="http://schemas.openxmlformats.org/officeDocument/2006/relationships" id="258" r:id="R5dd7b4eefaea4b90"/>
    <p:sldId xmlns:r="http://schemas.openxmlformats.org/officeDocument/2006/relationships" id="259" r:id="R1495027b8a514928"/>
    <p:sldId xmlns:r="http://schemas.openxmlformats.org/officeDocument/2006/relationships" id="260" r:id="R7490d2af8dbd41bd"/>
    <p:sldId xmlns:r="http://schemas.openxmlformats.org/officeDocument/2006/relationships" id="261" r:id="R5d11d392a75b4883"/>
    <p:sldId xmlns:r="http://schemas.openxmlformats.org/officeDocument/2006/relationships" id="262" r:id="R386b178b35bc4228"/>
    <p:sldId xmlns:r="http://schemas.openxmlformats.org/officeDocument/2006/relationships" id="263" r:id="Rbbe3be588f96498f"/>
    <p:sldId xmlns:r="http://schemas.openxmlformats.org/officeDocument/2006/relationships" id="264" r:id="Re6df9cc3aba7458a"/>
    <p:sldId xmlns:r="http://schemas.openxmlformats.org/officeDocument/2006/relationships" id="265" r:id="R68bdef8bfc9c4b55"/>
    <p:sldId xmlns:r="http://schemas.openxmlformats.org/officeDocument/2006/relationships" id="266" r:id="R488cbdd649e7430b"/>
    <p:sldId xmlns:r="http://schemas.openxmlformats.org/officeDocument/2006/relationships" id="267" r:id="R050df1d3f23c43d6"/>
    <p:sldId xmlns:r="http://schemas.openxmlformats.org/officeDocument/2006/relationships" id="268" r:id="R1359fb72b9214902"/>
    <p:sldId xmlns:r="http://schemas.openxmlformats.org/officeDocument/2006/relationships" id="269" r:id="R31cda281b9bb4984"/>
    <p:sldId xmlns:r="http://schemas.openxmlformats.org/officeDocument/2006/relationships" id="270" r:id="Rb369f130a243482c"/>
    <p:sldId xmlns:r="http://schemas.openxmlformats.org/officeDocument/2006/relationships" id="271" r:id="R3b8088cea2674fc2"/>
    <p:sldId xmlns:r="http://schemas.openxmlformats.org/officeDocument/2006/relationships" id="272" r:id="R9b718f4706014cf2"/>
    <p:sldId xmlns:r="http://schemas.openxmlformats.org/officeDocument/2006/relationships" id="273" r:id="Rebe3549e7e6a4052"/>
    <p:sldId xmlns:r="http://schemas.openxmlformats.org/officeDocument/2006/relationships" id="274" r:id="R37b8cfdd481c4bc4"/>
    <p:sldId xmlns:r="http://schemas.openxmlformats.org/officeDocument/2006/relationships" id="275" r:id="R46db83d6b5d14061"/>
    <p:sldId xmlns:r="http://schemas.openxmlformats.org/officeDocument/2006/relationships" id="276" r:id="R64d0555e67e745ba"/>
    <p:sldId xmlns:r="http://schemas.openxmlformats.org/officeDocument/2006/relationships" id="277" r:id="R8cdf52e50a474547"/>
    <p:sldId xmlns:r="http://schemas.openxmlformats.org/officeDocument/2006/relationships" id="278" r:id="R88d6eba357f54b78"/>
    <p:sldId xmlns:r="http://schemas.openxmlformats.org/officeDocument/2006/relationships" id="279" r:id="R0d8530cc0f534b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9b0c127d5248b5" /><Relationship Type="http://schemas.openxmlformats.org/officeDocument/2006/relationships/slideMaster" Target="/ppt/slideMasters/slideMaster1.xml" Id="R28c9756aabef46dd" /><Relationship Type="http://schemas.openxmlformats.org/officeDocument/2006/relationships/notesMaster" Target="/ppt/notesMasters/notesMaster1.xml" Id="R7fdab323204f431c" /><Relationship Type="http://schemas.openxmlformats.org/officeDocument/2006/relationships/presProps" Target="/ppt/presProps.xml" Id="R61e73e8931f34043" /><Relationship Type="http://schemas.openxmlformats.org/officeDocument/2006/relationships/tableStyles" Target="/ppt/tableStyles.xml" Id="R3eed96e47fec4f03" /><Relationship Type="http://schemas.openxmlformats.org/officeDocument/2006/relationships/slide" Target="/ppt/slides/slide1.xml" Id="R4c046a27a4454104" /><Relationship Type="http://schemas.openxmlformats.org/officeDocument/2006/relationships/slide" Target="/ppt/slides/slide2.xml" Id="R580ec43809864fba" /><Relationship Type="http://schemas.openxmlformats.org/officeDocument/2006/relationships/slide" Target="/ppt/slides/slide3.xml" Id="R5dd7b4eefaea4b90" /><Relationship Type="http://schemas.openxmlformats.org/officeDocument/2006/relationships/slide" Target="/ppt/slides/slide4.xml" Id="R1495027b8a514928" /><Relationship Type="http://schemas.openxmlformats.org/officeDocument/2006/relationships/slide" Target="/ppt/slides/slide5.xml" Id="R7490d2af8dbd41bd" /><Relationship Type="http://schemas.openxmlformats.org/officeDocument/2006/relationships/slide" Target="/ppt/slides/slide6.xml" Id="R5d11d392a75b4883" /><Relationship Type="http://schemas.openxmlformats.org/officeDocument/2006/relationships/slide" Target="/ppt/slides/slide7.xml" Id="R386b178b35bc4228" /><Relationship Type="http://schemas.openxmlformats.org/officeDocument/2006/relationships/slide" Target="/ppt/slides/slide8.xml" Id="Rbbe3be588f96498f" /><Relationship Type="http://schemas.openxmlformats.org/officeDocument/2006/relationships/slide" Target="/ppt/slides/slide9.xml" Id="Re6df9cc3aba7458a" /><Relationship Type="http://schemas.openxmlformats.org/officeDocument/2006/relationships/slide" Target="/ppt/slides/slide10.xml" Id="R68bdef8bfc9c4b55" /><Relationship Type="http://schemas.openxmlformats.org/officeDocument/2006/relationships/slide" Target="/ppt/slides/slide11.xml" Id="R488cbdd649e7430b" /><Relationship Type="http://schemas.openxmlformats.org/officeDocument/2006/relationships/slide" Target="/ppt/slides/slide12.xml" Id="R050df1d3f23c43d6" /><Relationship Type="http://schemas.openxmlformats.org/officeDocument/2006/relationships/slide" Target="/ppt/slides/slide13.xml" Id="R1359fb72b9214902" /><Relationship Type="http://schemas.openxmlformats.org/officeDocument/2006/relationships/slide" Target="/ppt/slides/slide14.xml" Id="R31cda281b9bb4984" /><Relationship Type="http://schemas.openxmlformats.org/officeDocument/2006/relationships/slide" Target="/ppt/slides/slide15.xml" Id="Rb369f130a243482c" /><Relationship Type="http://schemas.openxmlformats.org/officeDocument/2006/relationships/slide" Target="/ppt/slides/slide16.xml" Id="R3b8088cea2674fc2" /><Relationship Type="http://schemas.openxmlformats.org/officeDocument/2006/relationships/slide" Target="/ppt/slides/slide17.xml" Id="R9b718f4706014cf2" /><Relationship Type="http://schemas.openxmlformats.org/officeDocument/2006/relationships/slide" Target="/ppt/slides/slide18.xml" Id="Rebe3549e7e6a4052" /><Relationship Type="http://schemas.openxmlformats.org/officeDocument/2006/relationships/slide" Target="/ppt/slides/slide19.xml" Id="R37b8cfdd481c4bc4" /><Relationship Type="http://schemas.openxmlformats.org/officeDocument/2006/relationships/slide" Target="/ppt/slides/slide20.xml" Id="R46db83d6b5d14061" /><Relationship Type="http://schemas.openxmlformats.org/officeDocument/2006/relationships/slide" Target="/ppt/slides/slide21.xml" Id="R64d0555e67e745ba" /><Relationship Type="http://schemas.openxmlformats.org/officeDocument/2006/relationships/slide" Target="/ppt/slides/slide22.xml" Id="R8cdf52e50a474547" /><Relationship Type="http://schemas.openxmlformats.org/officeDocument/2006/relationships/slide" Target="/ppt/slides/slide23.xml" Id="R88d6eba357f54b78" /><Relationship Type="http://schemas.openxmlformats.org/officeDocument/2006/relationships/slide" Target="/ppt/slides/slide24.xml" Id="R0d8530cc0f534b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a2439469554b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c1700a87874475" /><Relationship Type="http://schemas.openxmlformats.org/officeDocument/2006/relationships/notesMaster" Target="/ppt/notesMasters/notesMaster1.xml" Id="R4b8f9f0e0cdf4e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284a91c98d4b86" /><Relationship Type="http://schemas.openxmlformats.org/officeDocument/2006/relationships/notesMaster" Target="/ppt/notesMasters/notesMaster1.xml" Id="R66f0ed5aa8c44a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e2e6e1c9624eef" /><Relationship Type="http://schemas.openxmlformats.org/officeDocument/2006/relationships/notesMaster" Target="/ppt/notesMasters/notesMaster1.xml" Id="Rc6bb8cef7d8b4d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85e6511d474e59" /><Relationship Type="http://schemas.openxmlformats.org/officeDocument/2006/relationships/notesMaster" Target="/ppt/notesMasters/notesMaster1.xml" Id="R8ce44fc9b7d74c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25c43d8cd24efd" /><Relationship Type="http://schemas.openxmlformats.org/officeDocument/2006/relationships/notesMaster" Target="/ppt/notesMasters/notesMaster1.xml" Id="R18c22f99d3934e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dc53b5862f4362" /><Relationship Type="http://schemas.openxmlformats.org/officeDocument/2006/relationships/notesMaster" Target="/ppt/notesMasters/notesMaster1.xml" Id="R22cd3d0016f348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ec3ac9338d45ee" /><Relationship Type="http://schemas.openxmlformats.org/officeDocument/2006/relationships/notesMaster" Target="/ppt/notesMasters/notesMaster1.xml" Id="Rb393ca38511942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68050eaef241bb" /><Relationship Type="http://schemas.openxmlformats.org/officeDocument/2006/relationships/notesMaster" Target="/ppt/notesMasters/notesMaster1.xml" Id="R6ac586237d684b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487d15bd384e6c" /><Relationship Type="http://schemas.openxmlformats.org/officeDocument/2006/relationships/notesMaster" Target="/ppt/notesMasters/notesMaster1.xml" Id="Re2965811aaec4a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2b16278abc4377" /><Relationship Type="http://schemas.openxmlformats.org/officeDocument/2006/relationships/notesMaster" Target="/ppt/notesMasters/notesMaster1.xml" Id="R28acf1cbcc3044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eb134f65084aa0" /><Relationship Type="http://schemas.openxmlformats.org/officeDocument/2006/relationships/notesMaster" Target="/ppt/notesMasters/notesMaster1.xml" Id="R64b547ed7d4d41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d0ab3050c24b0f" /><Relationship Type="http://schemas.openxmlformats.org/officeDocument/2006/relationships/notesMaster" Target="/ppt/notesMasters/notesMaster1.xml" Id="R35fe9445450e49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2712e2bc8044a5" /><Relationship Type="http://schemas.openxmlformats.org/officeDocument/2006/relationships/notesMaster" Target="/ppt/notesMasters/notesMaster1.xml" Id="R72918306f5804d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52335677bb452e" /><Relationship Type="http://schemas.openxmlformats.org/officeDocument/2006/relationships/notesMaster" Target="/ppt/notesMasters/notesMaster1.xml" Id="Rfafd8d31c7c648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5fbc546b4d451e" /><Relationship Type="http://schemas.openxmlformats.org/officeDocument/2006/relationships/notesMaster" Target="/ppt/notesMasters/notesMaster1.xml" Id="R36e4e76ee56344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0808bc6dc8472d" /><Relationship Type="http://schemas.openxmlformats.org/officeDocument/2006/relationships/notesMaster" Target="/ppt/notesMasters/notesMaster1.xml" Id="R362ac08f53314f6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4aaa04d01848af" /><Relationship Type="http://schemas.openxmlformats.org/officeDocument/2006/relationships/notesMaster" Target="/ppt/notesMasters/notesMaster1.xml" Id="R5071f2fa0ab645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8b24191e37647aa" /><Relationship Type="http://schemas.openxmlformats.org/officeDocument/2006/relationships/notesMaster" Target="/ppt/notesMasters/notesMaster1.xml" Id="R50f4c8ef57bd4b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250d52786ff4e33" /><Relationship Type="http://schemas.openxmlformats.org/officeDocument/2006/relationships/notesMaster" Target="/ppt/notesMasters/notesMaster1.xml" Id="Rae85ede297fb42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809592b5d464f49" /><Relationship Type="http://schemas.openxmlformats.org/officeDocument/2006/relationships/notesMaster" Target="/ppt/notesMasters/notesMaster1.xml" Id="Rb55a05035003460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f3f9c24ff4c4164" /><Relationship Type="http://schemas.openxmlformats.org/officeDocument/2006/relationships/notesMaster" Target="/ppt/notesMasters/notesMaster1.xml" Id="R8a5efdc5184449e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dae02e170fe4434" /><Relationship Type="http://schemas.openxmlformats.org/officeDocument/2006/relationships/notesMaster" Target="/ppt/notesMasters/notesMaster1.xml" Id="R2cb959aedf7742c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e4f88071bc54632" /><Relationship Type="http://schemas.openxmlformats.org/officeDocument/2006/relationships/notesMaster" Target="/ppt/notesMasters/notesMaster1.xml" Id="R9b935ede3a1040d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4b6dad1fe5a4b03" /><Relationship Type="http://schemas.openxmlformats.org/officeDocument/2006/relationships/notesMaster" Target="/ppt/notesMasters/notesMaster1.xml" Id="R18dcbe79eafd41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0adaffe52410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5cd5b679f46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88cae0f9843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645144ff9646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172e908e1c44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cd3bd5b9247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5455C5-34DC-4F2F-A44C-E13F3D3934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61F8B2C-17F2-4FB9-AD46-2A67C8992F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1F1BA8-7908-4541-B9D7-8BD760D1F1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E188C4-72AB-46D3-91FA-9CBC97410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4EDD9C-A1C7-4A7A-BC13-2C71225131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74C1C7-3C18-4FFD-A6F8-3F813CCB82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8022E1-98CB-4532-B0CB-3A7363AC21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971DA9-DBD0-406E-B358-48E2A1BB32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59F6E7-F446-461D-8906-49AB52ABD6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75A876-B169-4844-B155-411CB199D7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69560428294f68" /><Relationship Type="http://schemas.openxmlformats.org/officeDocument/2006/relationships/slideLayout" Target="/ppt/slideLayouts/slideLayout1.xml" Id="R5b1317a00a8e42f5" /><Relationship Type="http://schemas.openxmlformats.org/officeDocument/2006/relationships/slideLayout" Target="/ppt/slideLayouts/slideLayout2.xml" Id="R43a70fde0a48498e" /><Relationship Type="http://schemas.openxmlformats.org/officeDocument/2006/relationships/slideLayout" Target="/ppt/slideLayouts/slideLayout3.xml" Id="Rc3ac64d39f884b64" /><Relationship Type="http://schemas.openxmlformats.org/officeDocument/2006/relationships/slideLayout" Target="/ppt/slideLayouts/slideLayout4.xml" Id="R5ccef52a52d14ab3" /><Relationship Type="http://schemas.openxmlformats.org/officeDocument/2006/relationships/slideLayout" Target="/ppt/slideLayouts/slideLayout5.xml" Id="Rdceb7e1c335e42b2" /><Relationship Type="http://schemas.openxmlformats.org/officeDocument/2006/relationships/slideLayout" Target="/ppt/slideLayouts/slideLayout6.xml" Id="Rb83fe4902f0e4a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1317a00a8e42f5"/>
    <p:sldLayoutId xmlns:r="http://schemas.openxmlformats.org/officeDocument/2006/relationships" id="2147483650" r:id="R43a70fde0a48498e"/>
    <p:sldLayoutId xmlns:r="http://schemas.openxmlformats.org/officeDocument/2006/relationships" id="2147483651" r:id="Rc3ac64d39f884b64"/>
    <p:sldLayoutId xmlns:r="http://schemas.openxmlformats.org/officeDocument/2006/relationships" id="2147483652" r:id="R5ccef52a52d14ab3"/>
    <p:sldLayoutId xmlns:r="http://schemas.openxmlformats.org/officeDocument/2006/relationships" id="2147483653" r:id="Rdceb7e1c335e42b2"/>
    <p:sldLayoutId xmlns:r="http://schemas.openxmlformats.org/officeDocument/2006/relationships" id="2147483654" r:id="Rb83fe4902f0e4a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2505eed6fd4b37" /><Relationship Type="http://schemas.openxmlformats.org/officeDocument/2006/relationships/notesSlide" Target="/ppt/notesSlides/notesSlide1.xml" Id="R1d9b1798ad9c41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a086d9cd5e436f" /><Relationship Type="http://schemas.openxmlformats.org/officeDocument/2006/relationships/notesSlide" Target="/ppt/notesSlides/notesSlide2.xml" Id="Re35e0b57206b48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0384e0d54f4133" /><Relationship Type="http://schemas.openxmlformats.org/officeDocument/2006/relationships/notesSlide" Target="/ppt/notesSlides/notesSlide3.xml" Id="Rf0b96aef594542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4523cb95594080" /><Relationship Type="http://schemas.openxmlformats.org/officeDocument/2006/relationships/notesSlide" Target="/ppt/notesSlides/notesSlide4.xml" Id="Re6defc6a595d44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eca9de617948c9" /><Relationship Type="http://schemas.openxmlformats.org/officeDocument/2006/relationships/notesSlide" Target="/ppt/notesSlides/notesSlide5.xml" Id="Rdc815a63811b45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90a242da8e4408" /><Relationship Type="http://schemas.openxmlformats.org/officeDocument/2006/relationships/notesSlide" Target="/ppt/notesSlides/notesSlide6.xml" Id="Ra9c797eece644b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f0e4a42a5f4879" /><Relationship Type="http://schemas.openxmlformats.org/officeDocument/2006/relationships/notesSlide" Target="/ppt/notesSlides/notesSlide7.xml" Id="Rbdbac68f761e47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5e207c8edb4f7c" /><Relationship Type="http://schemas.openxmlformats.org/officeDocument/2006/relationships/notesSlide" Target="/ppt/notesSlides/notesSlide8.xml" Id="R8c62efb58ca843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9d5b298f4745ba" /><Relationship Type="http://schemas.openxmlformats.org/officeDocument/2006/relationships/notesSlide" Target="/ppt/notesSlides/notesSlide9.xml" Id="R8c2404e451934a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62905e13744c1a" /><Relationship Type="http://schemas.openxmlformats.org/officeDocument/2006/relationships/notesSlide" Target="/ppt/notesSlides/notesSlide10.xml" Id="R60fd252513e746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07dfb9078440f8" /><Relationship Type="http://schemas.openxmlformats.org/officeDocument/2006/relationships/notesSlide" Target="/ppt/notesSlides/notesSlide11.xml" Id="Rd12e1658504343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21d4967d0545c4" /><Relationship Type="http://schemas.openxmlformats.org/officeDocument/2006/relationships/notesSlide" Target="/ppt/notesSlides/notesSlide12.xml" Id="R9ec456d47d924e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ef87826cc40b4" /><Relationship Type="http://schemas.openxmlformats.org/officeDocument/2006/relationships/notesSlide" Target="/ppt/notesSlides/notesSlide13.xml" Id="Rd67a7d12fa014a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db62f0fbcd4659" /><Relationship Type="http://schemas.openxmlformats.org/officeDocument/2006/relationships/notesSlide" Target="/ppt/notesSlides/notesSlide14.xml" Id="R233132446dd540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7afb24977b4263" /><Relationship Type="http://schemas.openxmlformats.org/officeDocument/2006/relationships/notesSlide" Target="/ppt/notesSlides/notesSlide15.xml" Id="R82ac11f996104f3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f841858954ce0" /><Relationship Type="http://schemas.openxmlformats.org/officeDocument/2006/relationships/notesSlide" Target="/ppt/notesSlides/notesSlide16.xml" Id="R3c6fdf8b3cb342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300a585e5e4293" /><Relationship Type="http://schemas.openxmlformats.org/officeDocument/2006/relationships/notesSlide" Target="/ppt/notesSlides/notesSlide17.xml" Id="Raa6abea5ff44464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f975c2751b4ea1" /><Relationship Type="http://schemas.openxmlformats.org/officeDocument/2006/relationships/notesSlide" Target="/ppt/notesSlides/notesSlide18.xml" Id="Rb16da981839a478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01c74585534260" /><Relationship Type="http://schemas.openxmlformats.org/officeDocument/2006/relationships/notesSlide" Target="/ppt/notesSlides/notesSlide19.xml" Id="R0bbf1691f33742a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a1083959748aa" /><Relationship Type="http://schemas.openxmlformats.org/officeDocument/2006/relationships/notesSlide" Target="/ppt/notesSlides/notesSlide20.xml" Id="R3c32666ae31f440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de8d92057d4eb7" /><Relationship Type="http://schemas.openxmlformats.org/officeDocument/2006/relationships/notesSlide" Target="/ppt/notesSlides/notesSlide21.xml" Id="R2c4a5aa99cba402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6c47501e124434" /><Relationship Type="http://schemas.openxmlformats.org/officeDocument/2006/relationships/notesSlide" Target="/ppt/notesSlides/notesSlide22.xml" Id="R3ca94a8b8e6c4ed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6db6ad709542c8" /><Relationship Type="http://schemas.openxmlformats.org/officeDocument/2006/relationships/notesSlide" Target="/ppt/notesSlides/notesSlide23.xml" Id="Rcd08ede953f5408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a0ff5ebea74160" /><Relationship Type="http://schemas.openxmlformats.org/officeDocument/2006/relationships/notesSlide" Target="/ppt/notesSlides/notesSlide24.xml" Id="R78f52b07395a49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E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5BBEA-2309-41FE-BF2F-FDC8722C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rPr>
              <a:t>Основы анализа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3CCA2-80F4-4D36-8526-27340C68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Качество данных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на примере HMDA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AB5B1-8230-4561-81FA-6BEF872C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Проверка и очистка ипотечной выгрузки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CC799-02E7-470E-99EC-028CC7FE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E5D28-83AC-434B-912B-6E1B0D9F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9D9E9"/>
                </a:solidFill>
                <a:latin typeface="Helvetica Neue"/>
                <a:ea typeface="Helvetica Neue"/>
                <a:cs typeface="Helvetica Neue"/>
              </a:rPr>
              <a:t>1/24</a:t>
            </a:r>
          </a:p>
        </p:txBody>
      </p:sp>
    </p:spTree>
    <p:extLst>
      <p:ext uri="{BB962C8B-B14F-4D97-AF65-F5344CB8AC3E}">
        <p14:creationId xmlns:p14="http://schemas.microsoft.com/office/powerpoint/2010/main" val="16508879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32E0C-5910-4072-8DE4-B1DB60F5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Знакомая таблица HMDA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0C326-D43D-4D04-9318-57D8760C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decisions.csv — записи о покупке жилья</a:t>
            </a:r>
          </a:p>
          <a:p xmlns:a="http://schemas.openxmlformats.org/drawingml/2006/main">
            <a: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Вашингтон, 2023 год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C0630-F1A1-4F8D-BAE7-74F89F8DA597}"/>
              </a:ext>
            </a:extLst>
          </p:cNvPr>
          <p:cNvGraphicFramePr/>
          <p:nvPr/>
        </p:nvGraphicFramePr>
        <p:xfrm>
          <a:off xmlns:a="http://schemas.openxmlformats.org/drawingml/2006/main" x="685800" y="2400300"/>
          <a:ext xmlns:a="http://schemas.openxmlformats.org/drawingml/2006/main" cx="10820400" cy="3257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05100"/>
                <a:gridCol w="2705100"/>
                <a:gridCol w="2705100"/>
                <a:gridCol w="270510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source_row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action_taken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loan_amount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income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275000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72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585000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174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275000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250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295000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63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8F56A-3E04-4260-9DA7-B0E36450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34881-722C-4084-A97D-A12F67CF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2/24</a:t>
            </a:r>
          </a:p>
        </p:txBody>
      </p:sp>
    </p:spTree>
    <p:extLst>
      <p:ext uri="{BB962C8B-B14F-4D97-AF65-F5344CB8AC3E}">
        <p14:creationId xmlns:p14="http://schemas.microsoft.com/office/powerpoint/2010/main" val="18033427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E2182-C1E7-4A9D-9F53-3019DD60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Словарь полей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CB85F-3A0B-4C40-B06F-078D307C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Семь столбцов исходного файла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698C9-506F-47A0-A43C-A6DEBEB408DB}"/>
              </a:ext>
            </a:extLst>
          </p:cNvPr>
          <p:cNvGraphicFramePr/>
          <p:nvPr/>
        </p:nvGraphicFramePr>
        <p:xfrm>
          <a:off xmlns:a="http://schemas.openxmlformats.org/drawingml/2006/main" x="685800" y="24003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79629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Поле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Значение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source_row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Номер строки исходного снимка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activity_year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Отчётный год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lei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Код организации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county_code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Код территории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action_taken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Исход: 1 — выдача, 2 — одобрение, 3 — отказ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loan_amount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Сумма кредита, USD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income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Доход за год, тыс. USD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EC109-4B99-41A1-9C6F-CFB5F30D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DA224-19D0-469F-B293-D74B8B32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3/24</a:t>
            </a:r>
          </a:p>
        </p:txBody>
      </p:sp>
    </p:spTree>
    <p:extLst>
      <p:ext uri="{BB962C8B-B14F-4D97-AF65-F5344CB8AC3E}">
        <p14:creationId xmlns:p14="http://schemas.microsoft.com/office/powerpoint/2010/main" val="17754003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22085-6077-48DF-A9A7-30FA4076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Правила для нашего расчёта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FCDBB-7833-49FA-A5C4-89E6794F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Одобрения: исходы 1 и 2 среди исходов 1–3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3A58F-08F4-4B93-BBEC-94DB159DED75}"/>
              </a:ext>
            </a:extLst>
          </p:cNvPr>
          <p:cNvGraphicFramePr/>
          <p:nvPr/>
        </p:nvGraphicFramePr>
        <p:xfrm>
          <a:off xmlns:a="http://schemas.openxmlformats.org/drawingml/2006/main" x="685800" y="2400300"/>
          <a:ext xmlns:a="http://schemas.openxmlformats.org/drawingml/2006/main" cx="10820400" cy="3448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3333750"/>
                <a:gridCol w="462915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Поле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Проверка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Действие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source_row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Известен, без повторной доставки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Разобрать повторы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action_taken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Код 1, 2 или 3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Отложить нарушение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loan_amount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Число больше нуля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Отложить нарушение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county_code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Код 11001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Уточнить территорию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income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Может отсутствовать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Сохранить и посчитать пропуски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C5215-F092-4681-A706-EE128AA0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18812-F140-415C-9D89-3DB95868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4/24</a:t>
            </a:r>
          </a:p>
        </p:txBody>
      </p:sp>
    </p:spTree>
    <p:extLst>
      <p:ext uri="{BB962C8B-B14F-4D97-AF65-F5344CB8AC3E}">
        <p14:creationId xmlns:p14="http://schemas.microsoft.com/office/powerpoint/2010/main" val="813498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EB40F-2497-4520-9F95-1273E93A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Профиль пропусков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DAD60-52E5-40E0-97BE-F3DF387F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isna() возвращает True там, где значение неизвестно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3B301-B355-4D32-8A85-754D1328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sum() считает эти отметки по столбцам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44026-1AA0-4C0F-9500-22D0F6F0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unknown_income = decisions["income"].isna()</a:t>
            </a:r>
          </a:p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decisions.loc[unknown_income, ["action_taken", "income"]].head()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350E2-EBB3-4DFB-BB28-7FFBD675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A1E9A-1E53-47FA-890E-AAB744E1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5/24</a:t>
            </a:r>
          </a:p>
        </p:txBody>
      </p:sp>
    </p:spTree>
    <p:extLst>
      <p:ext uri="{BB962C8B-B14F-4D97-AF65-F5344CB8AC3E}">
        <p14:creationId xmlns:p14="http://schemas.microsoft.com/office/powerpoint/2010/main" val="10052361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1F62C-12EB-492D-81EB-F817A57A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Пропуск и ноль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6C70D-D12D-48F9-B87E-E0ECF57E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Известные доходы: 100 и 200; третий неизвестен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69CF7-F083-4550-A7D6-BF37C396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Среднее известных — 150, после fillna(0) — 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D7462-F07A-4B0C-AC4F-F0B79D36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illustration = pd.Series([100.0, 200.0, float("nan")])</a:t>
            </a:r>
          </a:p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illustration.mean()</a:t>
            </a:r>
          </a:p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illustration.fillna(0).mean()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FB398-0D2C-490C-BC49-63DE69E4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4FB58-8E4A-41CA-BAEC-A7105674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6/24</a:t>
            </a:r>
          </a:p>
        </p:txBody>
      </p:sp>
    </p:spTree>
    <p:extLst>
      <p:ext uri="{BB962C8B-B14F-4D97-AF65-F5344CB8AC3E}">
        <p14:creationId xmlns:p14="http://schemas.microsoft.com/office/powerpoint/2010/main" val="7967189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CA3A2-0CB4-42FD-89AA-FAA27EC9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Доля пропусков по исходам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683A1-94A2-4AFB-9723-CAB50E53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Для каждой группы: пропуски / все её записи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F0920-DA0C-49DE-8FF1-BF26F4083349}"/>
              </a:ext>
            </a:extLst>
          </p:cNvPr>
          <p:cNvGraphicFramePr/>
          <p:nvPr/>
        </p:nvGraphicFramePr>
        <p:xfrm>
          <a:off xmlns:a="http://schemas.openxmlformats.org/drawingml/2006/main" x="685800" y="2400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05100"/>
                <a:gridCol w="2705100"/>
                <a:gridCol w="2705100"/>
                <a:gridCol w="270510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action_taken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Все записи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Нет income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Доля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5956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244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4,10%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183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18,03%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691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65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9,41%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0E74C-B43C-406E-B3C6-AA69DCC1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88CAB-6F5A-4AC2-B36D-BAB4D219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7/24</a:t>
            </a:r>
          </a:p>
        </p:txBody>
      </p:sp>
    </p:spTree>
    <p:extLst>
      <p:ext uri="{BB962C8B-B14F-4D97-AF65-F5344CB8AC3E}">
        <p14:creationId xmlns:p14="http://schemas.microsoft.com/office/powerpoint/2010/main" val="20270583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5F87C-1F91-4C13-854D-217FFF54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Удаление строк с неизвестным доходом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1D690-125B-4CD5-AE6B-64DABABA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dropna(subset=["income"]) оставляет известный income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F2326-E0FD-44AC-8A25-220842F9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Меняется и знаменатель, и состав записей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222E8-D804-4501-9630-27DCEC58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complete_income = decisions.dropna(subset=["income"])</a:t>
            </a:r>
          </a:p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print(len(decisions), len(complete_income))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D3CEC-2203-47BB-B892-2716D195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67041-60BC-4EB5-8C28-3581573F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8/24</a:t>
            </a:r>
          </a:p>
        </p:txBody>
      </p:sp>
    </p:spTree>
    <p:extLst>
      <p:ext uri="{BB962C8B-B14F-4D97-AF65-F5344CB8AC3E}">
        <p14:creationId xmlns:p14="http://schemas.microsoft.com/office/powerpoint/2010/main" val="7640545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E1195-5391-4AB4-BEC2-B715F5F1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Причина отсутствия значения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1724E-6F90-4942-9873-B291F639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В файле виден пропуск, но не его причина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32349-15FF-4C46-930B-FD5AF2C9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Следующий шаг — описание источника и вопрос поставщику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2C452-96DD-4811-AB65-95C5E6F0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D8095-35F4-4A16-970A-38A9C157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9/24</a:t>
            </a:r>
          </a:p>
        </p:txBody>
      </p:sp>
    </p:spTree>
    <p:extLst>
      <p:ext uri="{BB962C8B-B14F-4D97-AF65-F5344CB8AC3E}">
        <p14:creationId xmlns:p14="http://schemas.microsoft.com/office/powerpoint/2010/main" val="1740154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EB62D-3944-4061-AC14-63EC9F4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Учебная копия выгрузки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F08A0-E52D-49B1-8EA5-007D72C0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training_export.csv — копия decisions.csv с учебными дефектами</a:t>
            </a:r>
          </a:p>
          <a:p xmlns:a="http://schemas.openxmlformats.org/drawingml/2006/main">
            <a: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Читаем как string, чтобы видеть исходный текст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F2FB0-DD64-4857-89FF-0BF1522793B5}"/>
              </a:ext>
            </a:extLst>
          </p:cNvPr>
          <p:cNvGraphicFramePr/>
          <p:nvPr/>
        </p:nvGraphicFramePr>
        <p:xfrm>
          <a:off xmlns:a="http://schemas.openxmlformats.org/drawingml/2006/main" x="685800" y="2400300"/>
          <a:ext xmlns:a="http://schemas.openxmlformats.org/drawingml/2006/main" cx="10820400" cy="3257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05100"/>
                <a:gridCol w="2705100"/>
                <a:gridCol w="2705100"/>
                <a:gridCol w="270510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source_row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Поле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Было в оригинале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 учебной копии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loan_amount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275000.0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oops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action_taken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88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income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250.0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BAD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county_code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11001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" 11001 "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40F86-0F39-410D-954B-12C36997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5AD5C-DD75-482B-AEBD-5A83F224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10/24</a:t>
            </a:r>
          </a:p>
        </p:txBody>
      </p:sp>
    </p:spTree>
    <p:extLst>
      <p:ext uri="{BB962C8B-B14F-4D97-AF65-F5344CB8AC3E}">
        <p14:creationId xmlns:p14="http://schemas.microsoft.com/office/powerpoint/2010/main" val="11805938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F5081-9D41-41B1-B19C-7AAE846E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Текст в число и ошибки преобразования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2AD62-47DD-4D57-99F0-37D37C16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to_numeric(..., errors="coerce") возвращает числа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CC0B3-93EA-4E3E-954B-041CA8E7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Нераспознанный текст превращается в пропуск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32B3D-A4AB-4B02-961B-3030FA1E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numeric_amount = pd.to_numeric(export["loan_amount"], errors="coerce")</a:t>
            </a:r>
          </a:p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parse_error = export["loan_amount"].notna() &amp; numeric_amount.isna()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A4175-6933-4D2C-A877-B0436E9D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3949A-7C5F-4B67-BF7E-1E62A8EA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11/24</a:t>
            </a:r>
          </a:p>
        </p:txBody>
      </p:sp>
    </p:spTree>
    <p:extLst>
      <p:ext uri="{BB962C8B-B14F-4D97-AF65-F5344CB8AC3E}">
        <p14:creationId xmlns:p14="http://schemas.microsoft.com/office/powerpoint/2010/main" val="10243683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EDEA4-2EE8-48B7-A846-A494668B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Пробелы и коды категорий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60D97-C467-4C7D-B9BC-495D62A5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str.strip() убирает внешние пробелы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A3149-F9F6-4CC8-83EB-4BBED225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isin([1, 2, 3]) проверяет допустимые исходы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84B7F-43C8-48B3-9B5C-E5A91B01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normalized_county = export["county_code"].str.strip()</a:t>
            </a:r>
          </a:p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invalid_outcome = ~outcome_num.isin([1, 2, 3])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2E29F-42F1-4A80-A34C-5906B3D8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F6751-F9A3-4DAF-8630-69D4190F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12/24</a:t>
            </a:r>
          </a:p>
        </p:txBody>
      </p:sp>
    </p:spTree>
    <p:extLst>
      <p:ext uri="{BB962C8B-B14F-4D97-AF65-F5344CB8AC3E}">
        <p14:creationId xmlns:p14="http://schemas.microsoft.com/office/powerpoint/2010/main" val="16837998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7238C-0730-44BA-88B7-16250915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Единицы измерения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E47C2-13A1-4B2E-9234-D1285BCA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Числовой тип не задаёт единицу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678B7-EE81-4C4D-A0E1-0DF387E5D8CA}"/>
              </a:ext>
            </a:extLst>
          </p:cNvPr>
          <p:cNvGraphicFramePr/>
          <p:nvPr/>
        </p:nvGraphicFramePr>
        <p:xfrm>
          <a:off xmlns:a="http://schemas.openxmlformats.org/drawingml/2006/main" x="685800" y="2400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3333750"/>
                <a:gridCol w="462915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Поле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Единица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Пример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loan_amount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USD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275000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income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тыс. USD в год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72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income_usd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USD в год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72000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DE233-24BA-409D-8549-FFAA41AC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06167-9557-47FE-9365-6C8CED11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13/24</a:t>
            </a:r>
          </a:p>
        </p:txBody>
      </p:sp>
    </p:spTree>
    <p:extLst>
      <p:ext uri="{BB962C8B-B14F-4D97-AF65-F5344CB8AC3E}">
        <p14:creationId xmlns:p14="http://schemas.microsoft.com/office/powerpoint/2010/main" val="903103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BA649-68A0-4083-8ABC-69465925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Повторы организации и строки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F8DDD-26E4-45C2-AABD-5CD43078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duplicated() отмечает повторные вхождения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52E4D-FD4D-4F5E-8EE5-D63EDFB35346}"/>
              </a:ext>
            </a:extLst>
          </p:cNvPr>
          <p:cNvGraphicFramePr/>
          <p:nvPr/>
        </p:nvGraphicFramePr>
        <p:xfrm>
          <a:off xmlns:a="http://schemas.openxmlformats.org/drawingml/2006/main" x="685800" y="2400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3333750"/>
                <a:gridCol w="462915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сравниваем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Повторяется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Наше действие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lei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Организация в разных записях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Сохраняем строки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Шесть полей без source_row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Опубликованные значения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Показываем совпадения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source_row в экспорте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Доставка исходной строки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Сравниваем всю запись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54A88-C1A9-400A-896D-EA9CC552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446BE-4B1E-481C-A660-71064CE0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14/24</a:t>
            </a:r>
          </a:p>
        </p:txBody>
      </p:sp>
    </p:spTree>
    <p:extLst>
      <p:ext uri="{BB962C8B-B14F-4D97-AF65-F5344CB8AC3E}">
        <p14:creationId xmlns:p14="http://schemas.microsoft.com/office/powerpoint/2010/main" val="10100958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972C5-71D2-44D6-8CCE-216B5FD5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Подтверждённые повторы доставки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7F1F5-FBD8-4270-AB41-E44ADBB2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Один source_row: сначала сравнить все значения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75B13-CE15-4C4D-A960-71436465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Разные значения одного ключа — остановка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D4471-2977-437B-A77A-B51C04A6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repeated = export.loc[known_key].drop_duplicates()</a:t>
            </a:r>
          </a:p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assert repeated["source_row"].is_unique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6EAA4-6404-40A8-9840-81F22CDC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C5F9E-CA5A-4DCF-BF72-BDBD8A3E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15/24</a:t>
            </a:r>
          </a:p>
        </p:txBody>
      </p:sp>
    </p:spTree>
    <p:extLst>
      <p:ext uri="{BB962C8B-B14F-4D97-AF65-F5344CB8AC3E}">
        <p14:creationId xmlns:p14="http://schemas.microsoft.com/office/powerpoint/2010/main" val="20302181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A028E-09F3-4C9E-82C6-997F7A09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Необычно большая сумма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1F9D4-326C-40D1-9A36-7BFC1B5E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Q1 и Q3 — границы средней половины значений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F1AD0-8E34-4B73-8227-67982711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IQR = Q3 − Q1; порог = Q3 + 1,5 × IQR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77860-EA21-44C1-BD07-299DEB01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q1, q3 = amount.quantile([0.25, 0.75])</a:t>
            </a:r>
          </a:p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iqr = q3 - q1</a:t>
            </a:r>
          </a:p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upper_flag = q3 + 1.5 * iqr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7C82B-6702-404B-B856-0DA4D747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1C97E-A128-4E57-89F3-8DB1DEC3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16/24</a:t>
            </a:r>
          </a:p>
        </p:txBody>
      </p:sp>
    </p:spTree>
    <p:extLst>
      <p:ext uri="{BB962C8B-B14F-4D97-AF65-F5344CB8AC3E}">
        <p14:creationId xmlns:p14="http://schemas.microsoft.com/office/powerpoint/2010/main" val="4502645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87449-F37D-4710-8455-711CEB64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Среднее и медиана суммы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FC01C-A4CE-4C04-9BDA-10480216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Среднее использует каждую сумму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C8828-4642-47D3-A9B4-6AE9399A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Медиана делит упорядоченные значения пополам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76D08-0244-46C1-8C27-8FF99849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print(amount.mean(), amount.median())</a:t>
            </a:r>
          </a:p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without_tail = decisions.loc[amount.le(upper_flag)]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88588-536E-4A00-8C3C-106A7F8A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6ACEE-5163-43AD-9647-2AA302F3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17/24</a:t>
            </a:r>
          </a:p>
        </p:txBody>
      </p:sp>
    </p:spTree>
    <p:extLst>
      <p:ext uri="{BB962C8B-B14F-4D97-AF65-F5344CB8AC3E}">
        <p14:creationId xmlns:p14="http://schemas.microsoft.com/office/powerpoint/2010/main" val="9302327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5CBB2-1AF0-44A6-B3D4-44339B8E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Пересечение условий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15637-28FB-4F94-AB58-A6459B23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Нет дохода: 342; отказ: 691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B3553-7576-47F8-95B5-DBAC4C4E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Совпали оба условия: 65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3FBDE-A72C-420D-B675-53BE3AFA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(missing_mask | denial_mask).sum()</a:t>
            </a:r>
          </a:p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(missing_mask &amp; denial_mask).sum()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61780-273B-4823-996D-32E469A3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10212-3550-4B56-A065-FDF453EB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18/24</a:t>
            </a:r>
          </a:p>
        </p:txBody>
      </p:sp>
    </p:spTree>
    <p:extLst>
      <p:ext uri="{BB962C8B-B14F-4D97-AF65-F5344CB8AC3E}">
        <p14:creationId xmlns:p14="http://schemas.microsoft.com/office/powerpoint/2010/main" val="11066971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DCA35-6CEA-4219-A581-0BFCF379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Карантин и баланс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3D1E5-4D94-4978-B62A-E73CDA4F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Карантин — отдельная таблица строк с нарушениями</a:t>
            </a:r>
          </a:p>
          <a:p xmlns:a="http://schemas.openxmlformats.org/drawingml/2006/main">
            <a: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Причина сохраняется вместе с исходными значениями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B9E22-922F-4358-ABD4-C4A51F17E4E9}"/>
              </a:ext>
            </a:extLst>
          </p:cNvPr>
          <p:cNvGraphicFramePr/>
          <p:nvPr/>
        </p:nvGraphicFramePr>
        <p:xfrm>
          <a:off xmlns:a="http://schemas.openxmlformats.org/drawingml/2006/main" x="685800" y="2400300"/>
          <a:ext xmlns:a="http://schemas.openxmlformats.org/drawingml/2006/main" cx="10820400" cy="3257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3333750"/>
                <a:gridCol w="462915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Часть результата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Строк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произошло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Входной экспорт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6832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 исправлений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Повторные доставки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Оставлено первое вхождение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Карантин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Сумма oops или исход 88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Подготовленные записи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6828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Удовлетворяют правилам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17A3F-0720-4D2D-964B-CBFEED25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BDBDE-F5C5-4B80-8AB2-EE877B4F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19/24</a:t>
            </a:r>
          </a:p>
        </p:txBody>
      </p:sp>
    </p:spTree>
    <p:extLst>
      <p:ext uri="{BB962C8B-B14F-4D97-AF65-F5344CB8AC3E}">
        <p14:creationId xmlns:p14="http://schemas.microsoft.com/office/powerpoint/2010/main" val="2744887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1B0A9-C63F-4D7A-AC65-CAF57536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Функция очистки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D219B-DC30-4D8B-8086-AAACA180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clean_export(source) → clean, quarantine,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F68F7-C7A5-40D4-843E-A94D1B50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На входе текстовая таблица, на выходе новые объекты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24C62-3BEF-4680-8906-217CA363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clean, quarantine, audit = clean_export(export)</a:t>
            </a:r>
          </a:p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print(audit)</a:t>
            </a:r>
          </a:p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quarantine[["source_row", "loan_amount", "action_taken", "reason"]]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29E3E-5C4E-465E-BCA3-53D11E7A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BA071-CE77-463E-A721-19C59FCC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20/24</a:t>
            </a:r>
          </a:p>
        </p:txBody>
      </p:sp>
    </p:spTree>
    <p:extLst>
      <p:ext uri="{BB962C8B-B14F-4D97-AF65-F5344CB8AC3E}">
        <p14:creationId xmlns:p14="http://schemas.microsoft.com/office/powerpoint/2010/main" val="4380819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209FB-9D6D-44FB-AFFF-1977B66D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Проверки результата и входа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10DED-B53B-4E18-91B7-3FFD558D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assert останавливает выполнение при ложном условии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97AB6-DA70-4DA0-8138-82328114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assert_frame_equal сравнивает две таблицы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DD0CF-C7F6-46EC-B24F-E6316581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assert_frame_equal(export, raw_copy)</a:t>
            </a:r>
          </a:p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assert len(export) == len(clean) + len(quarantine) + audit["replays"]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D9AC8-CC3B-4F2A-BEBA-E66203DD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AD079-B2AA-4E1B-BBBB-6D00E178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21/24</a:t>
            </a:r>
          </a:p>
        </p:txBody>
      </p:sp>
    </p:spTree>
    <p:extLst>
      <p:ext uri="{BB962C8B-B14F-4D97-AF65-F5344CB8AC3E}">
        <p14:creationId xmlns:p14="http://schemas.microsoft.com/office/powerpoint/2010/main" val="195958348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54C36-FE2C-4D41-9587-665B6BBF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Показатель после очистки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96AED-4217-41D6-8EE5-D291B9E7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Счётчик и знаменатель показываем для каждого слоя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8E6D8-ADDE-40D3-B1EE-736D980C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Известный доход — отдельный отбор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37DD6-9FF3-42CE-95DF-1855B982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show_approval("Оригинал", decisions)</a:t>
            </a:r>
          </a:p>
          <a:p xmlns:a="http://schemas.openxmlformats.org/drawingml/2006/main">
            <a:pPr>
              <a:def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72B2"/>
                </a:solidFill>
                <a:latin typeface="Helvetica Neue"/>
                <a:ea typeface="Helvetica Neue"/>
                <a:cs typeface="Helvetica Neue"/>
              </a:rPr>
              <a:t>show_approval("После учебной очистки", clean)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24A19-89DD-4456-B90E-E843A482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Ноутбук: B22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25978-A785-4658-AC3B-4C2D9725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22/24</a:t>
            </a:r>
          </a:p>
        </p:txBody>
      </p:sp>
    </p:spTree>
    <p:extLst>
      <p:ext uri="{BB962C8B-B14F-4D97-AF65-F5344CB8AC3E}">
        <p14:creationId xmlns:p14="http://schemas.microsoft.com/office/powerpoint/2010/main" val="1403793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F8132-2425-4B6D-B0DA-FE4AC94A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Файлы результата и происхождение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64A85-026C-4E87-B981-D45FE0A4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Исходный CSV → код → clean, карантин и журнал</a:t>
            </a:r>
          </a:p>
          <a:p xmlns:a="http://schemas.openxmlformats.org/drawingml/2006/main">
            <a:pPr>
              <a:def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Отчёт связывает файлы с вопросом и правилами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13DB7-D1C6-4577-8FB2-95095ABC5BB2}"/>
              </a:ext>
            </a:extLst>
          </p:cNvPr>
          <p:cNvGraphicFramePr/>
          <p:nvPr/>
        </p:nvGraphicFramePr>
        <p:xfrm>
          <a:off xmlns:a="http://schemas.openxmlformats.org/drawingml/2006/main" x="685800" y="2400300"/>
          <a:ext xmlns:a="http://schemas.openxmlformats.org/drawingml/2006/main" cx="10820400" cy="3257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796290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Файл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Содержание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T w="9525">
                      <a:solidFill>
                        <a:srgbClr val="CFDCE4"/>
                      </a:solidFill>
                      <a:prstDash val="solid"/>
                    </a:lnT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142E40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clean.csv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Подготовленные записи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quarantine.csv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Исходные спорные строки и reason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quality_report.json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Количество строк и ошибок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README.md</a:t>
                      </a:r>
                    </a:p>
                  </a:txBody>
                  <a:tcPr marL="95250" marR="95250" marT="47625" marB="47625" anchor="ctr">
                    <a:lnL w="9525">
                      <a:solidFill>
                        <a:srgbClr val="CFDCE4"/>
                      </a:solidFill>
                      <a:prstDash val="solid"/>
                    </a:lnL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E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Вопрос, правила, результаты, ограничения</a:t>
                      </a:r>
                    </a:p>
                  </a:txBody>
                  <a:tcPr marL="95250" marR="95250" marT="47625" marB="47625" anchor="ctr">
                    <a:lnR w="9525">
                      <a:solidFill>
                        <a:srgbClr val="CFDCE4"/>
                      </a:solidFill>
                      <a:prstDash val="solid"/>
                    </a:lnR>
                    <a:lnB w="9525">
                      <a:solidFill>
                        <a:srgbClr val="CF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98C88-CC12-439D-B2F9-84225FB8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DD7EC-2E08-4DEC-9438-0FFE515A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23/24</a:t>
            </a:r>
          </a:p>
        </p:txBody>
      </p:sp>
    </p:spTree>
    <p:extLst>
      <p:ext uri="{BB962C8B-B14F-4D97-AF65-F5344CB8AC3E}">
        <p14:creationId xmlns:p14="http://schemas.microsoft.com/office/powerpoint/2010/main" val="121624612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C38DE-6479-4480-9C2A-23928485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Практика очистки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9BBE0-8890-4967-AB7D-044CC375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Сначала осмотр и правила, затем преобразования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00F14-3C54-4D98-BE80-10E1CFF7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E3D"/>
                </a:solidFill>
                <a:latin typeface="Helvetica Neue"/>
                <a:ea typeface="Helvetica Neue"/>
                <a:cs typeface="Helvetica Neue"/>
              </a:rPr>
              <a:t>В конце — проверка, файлы и короткий отчёт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C4C3A-12E3-4555-8219-16A136F3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E863D-8419-4177-ADE6-DC437C11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56071"/>
                </a:solidFill>
                <a:latin typeface="Helvetica Neue"/>
                <a:ea typeface="Helvetica Neue"/>
                <a:cs typeface="Helvetica Neue"/>
              </a:rPr>
              <a:t>24/24</a:t>
            </a:r>
          </a:p>
        </p:txBody>
      </p:sp>
    </p:spTree>
    <p:extLst>
      <p:ext uri="{BB962C8B-B14F-4D97-AF65-F5344CB8AC3E}">
        <p14:creationId xmlns:p14="http://schemas.microsoft.com/office/powerpoint/2010/main" val="1002042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2026-10-24T13:50:47.3160000Z</dcterms:created>
  <dcterms:modified xsi:type="dcterms:W3CDTF">2026-10-24T13:50:47.3160000Z</dcterms:modified>
</coreProperties>
</file>